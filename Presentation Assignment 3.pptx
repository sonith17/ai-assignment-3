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" charset="1" panose="00000500000000000000"/>
      <p:regular r:id="rId12"/>
    </p:embeddedFont>
    <p:embeddedFont>
      <p:font typeface="Glacial Indifference Bold" charset="1" panose="00000800000000000000"/>
      <p:regular r:id="rId13"/>
    </p:embeddedFont>
    <p:embeddedFont>
      <p:font typeface="Canva San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VAGl_jtO9oY.mp4" Type="http://schemas.openxmlformats.org/officeDocument/2006/relationships/video"/><Relationship Id="rId5" Target="../media/VAGl_jtO9oY.mp4" Type="http://schemas.microsoft.com/office/2007/relationships/media"/><Relationship Id="rId6" Target="../media/image6.jpeg" Type="http://schemas.openxmlformats.org/officeDocument/2006/relationships/image"/><Relationship Id="rId7" Target="../media/VAGl_lYivWs.mp4" Type="http://schemas.openxmlformats.org/officeDocument/2006/relationships/video"/><Relationship Id="rId8" Target="../media/VAGl_lYivWs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51632" y="-3110207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7" y="0"/>
                </a:lnTo>
                <a:lnTo>
                  <a:pt x="9611327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6700" y="6427509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Sonith(CS22B036) &amp; Veerain(CS22B049)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02266" y="2263717"/>
            <a:ext cx="10310060" cy="28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</a:t>
            </a:r>
          </a:p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ASSGINMENT-3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84265"/>
            <a:ext cx="10467821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♟️EVALUATION FUNCTION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49693"/>
            <a:ext cx="12476249" cy="429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MATERIAL: WEIGHTED SUM </a:t>
            </a: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OF PIECES (PAWN=100, KNIGHT=320, ...).</a:t>
            </a:r>
          </a:p>
          <a:p>
            <a:pPr algn="just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CENTRAL CONTROL: +10 BONUS FOR PIECES ON D4, D5, E4, E5.</a:t>
            </a:r>
          </a:p>
          <a:p>
            <a:pPr algn="just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MOBILITY: ±0.2 × LEGAL MOVES (BASED ON TURN).</a:t>
            </a:r>
          </a:p>
          <a:p>
            <a:pPr algn="just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REPETITION PENALTY: −500 IF LAST 4 MOVES UNDO EACH OTHER.</a:t>
            </a:r>
          </a:p>
          <a:p>
            <a:pPr algn="just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KING SAFETY: +30 IF PLAYER HAS CASTLING RIGHTS, −30 IF OPPONENT DOES.</a:t>
            </a:r>
          </a:p>
          <a:p>
            <a:pPr algn="just">
              <a:lnSpc>
                <a:spcPts val="3390"/>
              </a:lnSpc>
              <a:spcBef>
                <a:spcPct val="0"/>
              </a:spcBef>
            </a:pPr>
          </a:p>
          <a:p>
            <a:pPr algn="just">
              <a:lnSpc>
                <a:spcPts val="339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_IS_REPETITION(BOARD):</a:t>
            </a:r>
          </a:p>
          <a:p>
            <a:pPr algn="just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CHECKS IF BOTH PLAYERS REVERSED THEIR MOVES IN LAST 4 PLIES.</a:t>
            </a:r>
          </a:p>
          <a:p>
            <a:pPr algn="just">
              <a:lnSpc>
                <a:spcPts val="33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1713740"/>
            <a:ext cx="11301259" cy="3630529"/>
          </a:xfrm>
          <a:custGeom>
            <a:avLst/>
            <a:gdLst/>
            <a:ahLst/>
            <a:cxnLst/>
            <a:rect r="r" b="b" t="t" l="l"/>
            <a:pathLst>
              <a:path h="3630529" w="11301259">
                <a:moveTo>
                  <a:pt x="0" y="0"/>
                </a:moveTo>
                <a:lnTo>
                  <a:pt x="11301258" y="0"/>
                </a:lnTo>
                <a:lnTo>
                  <a:pt x="11301258" y="3630529"/>
                </a:lnTo>
                <a:lnTo>
                  <a:pt x="0" y="363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3197"/>
            <a:ext cx="852209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MINMAX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591848"/>
            <a:ext cx="17259300" cy="334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33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</a:t>
            </a:r>
            <a:r>
              <a:rPr lang="en-US" sz="33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Why It Works Like This</a:t>
            </a:r>
          </a:p>
          <a:p>
            <a:pPr algn="l" marL="725424" indent="-362712" lvl="1">
              <a:lnSpc>
                <a:spcPts val="3796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Shallow Lookahead: Depth 3 only predicts short-term consequences, missing long-term traps or opportunities.</a:t>
            </a:r>
          </a:p>
          <a:p>
            <a:pPr algn="l" marL="725424" indent="-362712" lvl="1">
              <a:lnSpc>
                <a:spcPts val="3796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 Tree Exploration: No Alpha-Beta Pruning — wastes time evaluating obviously bad moves too.</a:t>
            </a:r>
          </a:p>
          <a:p>
            <a:pPr algn="l" marL="725424" indent="-362712" lvl="1">
              <a:lnSpc>
                <a:spcPts val="3796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Deterministic Behaviour: Always plays the move it predicts to be best after 3 plies, making its play predictable.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65759" y="1164533"/>
            <a:ext cx="9144572" cy="5162261"/>
          </a:xfrm>
          <a:custGeom>
            <a:avLst/>
            <a:gdLst/>
            <a:ahLst/>
            <a:cxnLst/>
            <a:rect r="r" b="b" t="t" l="l"/>
            <a:pathLst>
              <a:path h="5162261" w="9144572">
                <a:moveTo>
                  <a:pt x="0" y="0"/>
                </a:moveTo>
                <a:lnTo>
                  <a:pt x="9144572" y="0"/>
                </a:lnTo>
                <a:lnTo>
                  <a:pt x="9144572" y="5162261"/>
                </a:lnTo>
                <a:lnTo>
                  <a:pt x="0" y="5162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08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2234" y="282518"/>
            <a:ext cx="7670087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ALPHA BETA PRUNING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2234" y="6127643"/>
            <a:ext cx="17151430" cy="429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IT W</a:t>
            </a: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ORKS</a:t>
            </a:r>
          </a:p>
          <a:p>
            <a:pPr algn="l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EVAL FUNCTION: SCORES POSITIONS FAST USING MATERIAL, CENTER CONTROL, MOBILITY, REPETITION, AND KING SAFETY.</a:t>
            </a:r>
          </a:p>
          <a:p>
            <a:pPr algn="l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ALPHA-BETA PRUNING: SPEEDS UP MINIMAX BY SKIPPING BAD BRANCHES, ALLOWING DEEPER SEARCH.</a:t>
            </a:r>
          </a:p>
          <a:p>
            <a:pPr algn="l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MOVE ORDERING: PRIORITIZES CAPTURES/CHECKS → BETTER PRUNING → SMARTER DECISIONS.</a:t>
            </a:r>
          </a:p>
          <a:p>
            <a:pPr algn="l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ASYMMETRIC DEPTH: BLACK SEARCHES DEEPER → MORE CHALLENGE; WHITE PLAYS FASTER.</a:t>
            </a:r>
          </a:p>
          <a:p>
            <a:pPr algn="l" marL="647700" indent="-323850" lvl="1">
              <a:lnSpc>
                <a:spcPts val="3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RENDERING: TURNS BOARD STATES INTO FRAMES → COMPILES INTO A VIDEO.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664068" y="3100665"/>
            <a:ext cx="6077497" cy="6077497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125595" y="3004438"/>
            <a:ext cx="6077497" cy="607749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93297" y="1265173"/>
            <a:ext cx="6142093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ALPHA-BETA PRUNING VIDEO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4068" y="1265173"/>
            <a:ext cx="6142093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MINMAX 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DAGl_aJ77aM</dc:identifier>
  <dcterms:modified xsi:type="dcterms:W3CDTF">2011-08-01T06:04:30Z</dcterms:modified>
  <cp:revision>1</cp:revision>
  <dc:title>Presentation Assignment 3</dc:title>
</cp:coreProperties>
</file>